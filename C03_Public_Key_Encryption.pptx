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75" r:id="rId2"/>
    <p:sldId id="287" r:id="rId3"/>
    <p:sldId id="288" r:id="rId4"/>
    <p:sldId id="289" r:id="rId5"/>
    <p:sldId id="290" r:id="rId6"/>
    <p:sldId id="291" r:id="rId7"/>
    <p:sldId id="29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92186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e6acf7a7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4e6acf7a71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4e6acf7a71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371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4e6acf7a7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4e6acf7a71_0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4e6acf7a71_0_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946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e6acf7a71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e6acf7a71_0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4e6acf7a71_0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0530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4e6acf7a71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4e6acf7a71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4e6acf7a71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501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e6acf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e6acf7a71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4e6acf7a71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480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e6acf7a71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4e6acf7a71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4e6acf7a71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3661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4e6acf7a71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4e6acf7a71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4e6acf7a71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772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Hybrid Encryption</a:t>
            </a:r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High computation cost of public-key encryption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Public key algorithms used to exchange a secret session key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Key (content-encryption key) used to encrypt data using a symmetric-key algorithm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250" y="3560000"/>
            <a:ext cx="5604000" cy="30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>
            <a:spLocks noGrp="1"/>
          </p:cNvSpPr>
          <p:nvPr>
            <p:ph type="title"/>
          </p:nvPr>
        </p:nvSpPr>
        <p:spPr>
          <a:xfrm>
            <a:off x="838200" y="2889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Digital Signature</a:t>
            </a:r>
            <a:endParaRPr/>
          </a:p>
        </p:txBody>
      </p:sp>
      <p:sp>
        <p:nvSpPr>
          <p:cNvPr id="323" name="Google Shape;323;p44"/>
          <p:cNvSpPr txBox="1">
            <a:spLocks noGrp="1"/>
          </p:cNvSpPr>
          <p:nvPr>
            <p:ph type="body" idx="1"/>
          </p:nvPr>
        </p:nvSpPr>
        <p:spPr>
          <a:xfrm>
            <a:off x="838200" y="1520825"/>
            <a:ext cx="10515600" cy="165268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Goal: provide an authenticity proof by signing digital documents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Diffie</a:t>
            </a:r>
            <a:r>
              <a:rPr lang="en-US" dirty="0"/>
              <a:t>-Hellman authors proposed the idea, but no concrete solution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RSA authors developed the first digital signature algorithm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24" name="Google Shape;3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8125" y="3284437"/>
            <a:ext cx="4476651" cy="308946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Digital Signature using RSA</a:t>
            </a:r>
            <a:endParaRPr/>
          </a:p>
        </p:txBody>
      </p:sp>
      <p:sp>
        <p:nvSpPr>
          <p:cNvPr id="331" name="Google Shape;331;p45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Apply private-key operation on m using private key, and get a number s, everybody can get the m back from s using our public key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For a message m that needs to be signed:</a:t>
            </a:r>
            <a:endParaRPr/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Digital signature =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2600" baseline="300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 mod n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 practice, message may be long resulting in long signature and more computing time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Instead, we generate a cryptographic hash value from the original message, and only sign the hash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Digital Signature using RSA (Contd.)</a:t>
            </a:r>
            <a:endParaRPr/>
          </a:p>
        </p:txBody>
      </p:sp>
      <p:sp>
        <p:nvSpPr>
          <p:cNvPr id="338" name="Google Shape;338;p46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Generate message hash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9" name="Google Shape;3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2695575"/>
            <a:ext cx="1026795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Digital Signature using RSA (Contd.)</a:t>
            </a:r>
            <a:endParaRPr/>
          </a:p>
        </p:txBody>
      </p:sp>
      <p:sp>
        <p:nvSpPr>
          <p:cNvPr id="346" name="Google Shape;346;p47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Generate and verify the signature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138" y="2485523"/>
            <a:ext cx="9009725" cy="3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Attack Experiment on Digital Signature </a:t>
            </a:r>
            <a:endParaRPr/>
          </a:p>
        </p:txBody>
      </p:sp>
      <p:sp>
        <p:nvSpPr>
          <p:cNvPr id="354" name="Google Shape;354;p48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Attackers cannot generate a valid signature from a modified message because they do not know the private key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If attackers modifies the message, the hash will change and it will not be able to match with the hash produced from the signature verification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Experiment: modify 1 bit of signature file msg.sig and verify the signature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Attack Experiment on Digital Signature (Contd.)</a:t>
            </a:r>
            <a:endParaRPr/>
          </a:p>
        </p:txBody>
      </p:sp>
      <p:sp>
        <p:nvSpPr>
          <p:cNvPr id="361" name="Google Shape;361;p49"/>
          <p:cNvSpPr txBox="1">
            <a:spLocks noGrp="1"/>
          </p:cNvSpPr>
          <p:nvPr>
            <p:ph type="body" idx="1"/>
          </p:nvPr>
        </p:nvSpPr>
        <p:spPr>
          <a:xfrm>
            <a:off x="838200" y="17494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After applying the RSA public key on the signature, we get a block of data that is significantly different 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2" name="Google Shape;36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3253513"/>
            <a:ext cx="1028700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260</Words>
  <Application>Microsoft Office PowerPoint</Application>
  <PresentationFormat>شاشة عريضة</PresentationFormat>
  <Paragraphs>31</Paragraphs>
  <Slides>7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Hybrid Encryption</vt:lpstr>
      <vt:lpstr>Digital Signature</vt:lpstr>
      <vt:lpstr>Digital Signature using RSA</vt:lpstr>
      <vt:lpstr>Digital Signature using RSA (Contd.)</vt:lpstr>
      <vt:lpstr>Digital Signature using RSA (Contd.)</vt:lpstr>
      <vt:lpstr>Attack Experiment on Digital Signature </vt:lpstr>
      <vt:lpstr>Attack Experiment on Digital Signature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Key Cryptography</dc:title>
  <cp:lastModifiedBy>user</cp:lastModifiedBy>
  <cp:revision>5</cp:revision>
  <dcterms:modified xsi:type="dcterms:W3CDTF">2025-11-02T20:56:55Z</dcterms:modified>
</cp:coreProperties>
</file>