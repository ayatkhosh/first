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47317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70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b1095c5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b1095c58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4db1095c58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6396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c0fc239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c0fc239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3c0fc2392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514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c0fc239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c0fc2392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3c0fc2392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954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c0fc239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c0fc2392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3c0fc2392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5689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c0fc239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c0fc2392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3c0fc2392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3831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c0fc239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c0fc2392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3c0fc2392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6092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c0fc239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c0fc2392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3c0fc2392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157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c0fc2392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c0fc2392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3c0fc2392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7572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e45632a4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e45632a40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4e45632a40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9829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e45632a4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e45632a40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4e45632a40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5618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e45632a4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e45632a40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4e45632a40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0012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e45632a4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4e45632a40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4e45632a40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342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00822" y="2163667"/>
            <a:ext cx="9144000" cy="13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One-Way Hash Functions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 of One-way Hash Functions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Essential building block in cryptography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One-way and collision resistant properties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Usage example: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Password authentication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Integrity </a:t>
            </a:r>
            <a:r>
              <a:rPr lang="en-US" dirty="0" smtClean="0"/>
              <a:t>preservation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One-way Hash Function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Difference from Hash Function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Hash function: maps arbitrary size data to data of fixed size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Example: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f(x) = x mod 1000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One-way Hash Properties: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One-way: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hash(m) = h</a:t>
            </a:r>
            <a:r>
              <a:rPr lang="en-US"/>
              <a:t>, difficult to find m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Collision resistant: Difficult to find m1 and m2 s.t.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hash(m1) = hash(m2)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/>
              <a:t>Common One-way Hash Functions: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MD series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 series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 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Published by NIST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Includes SHA-0, SHA-1, SHA-2, and SHA-3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Status of Algorithms: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SHA-0: withdrawn due to flaw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SHA-1: Designed by NSA; Collision attack found in 2017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SHA-2: Designed by NSA; Includes SHA-256 and SHA-512; Other truncated versions; No significant attack found yet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SHA-3: Released in 2015; Has different construction structure (compared to SHA-1 and SHA-2)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One-Way Hash Algorithm Works</a:t>
            </a:r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Construction method called Merkle–Damgard (Figure)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Used by algorithms like MD5, SHA-1, and SHA-2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250" y="3460100"/>
            <a:ext cx="10047499" cy="22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One-Way Hash Commands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Linux utility programs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Example: md5sum, sha224sum, sha256sum, sha384sum and sha512sum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675" y="3838775"/>
            <a:ext cx="10334625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One-Way Hash Commands (Contd.)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Using openssl command to calculate hash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474" y="2879300"/>
            <a:ext cx="9523049" cy="31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of One-Way Hash Functions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We will cover: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Integrity </a:t>
            </a:r>
            <a:r>
              <a:rPr lang="en-US" dirty="0" smtClean="0"/>
              <a:t>Verification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smtClean="0"/>
              <a:t>Password Verification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Integrity Verification</a:t>
            </a:r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Changing one bit of the original data changes hash value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Usage examples: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Detect change in system files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Detect if file downloaded from website is corrupted</a:t>
            </a:r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850" y="2406250"/>
            <a:ext cx="8168297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Password Verification </a:t>
            </a:r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To login into account, user needs to tell a secret (password)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Cannot store the secrets in their plaintext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Need for: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Password storage where nobody can know what the password is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If provided with a password, it verified against the stored password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Solution: one-way hash function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Example: Linux stores passwords in the /etc/shadow file</a:t>
            </a: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638" y="5183700"/>
            <a:ext cx="9826726" cy="5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Study: Linux Shadow File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Password field has 3 parts: algorithm used, salt, password hash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Salt and password hash are encoded into printable characters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Multiple rounds of hash function (slow down brute-force attack)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586" y="3533275"/>
            <a:ext cx="8174827" cy="21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Purpose of Salt</a:t>
            </a:r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Using salt, same input can result in different hashes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Password hash = one-way hash rounds (password || random string)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Random string is the salt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288" y="3417250"/>
            <a:ext cx="7885425" cy="23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Attacks Prevented by Salt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Dictionary Attack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Put candidate words in a dictionary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Try each against the targeted password hash to find a match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Rainbow Table Attack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Precomputed table for reversing cryptographic hash functions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Why Salt Prevents them ?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If target password is same as precomputed data, the hash will be the same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If this property does not hold, all the precomputed data are useless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Salt destroys that property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471</Words>
  <Application>Microsoft Office PowerPoint</Application>
  <PresentationFormat>شاشة عريضة</PresentationFormat>
  <Paragraphs>84</Paragraphs>
  <Slides>13</Slides>
  <Notes>13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One-Way Hash Functions</vt:lpstr>
      <vt:lpstr>Overview of One-way Hash Functions</vt:lpstr>
      <vt:lpstr>Properties of One-way Hash Function</vt:lpstr>
      <vt:lpstr>SHA </vt:lpstr>
      <vt:lpstr>How One-Way Hash Algorithm Works</vt:lpstr>
      <vt:lpstr>One-Way Hash Commands</vt:lpstr>
      <vt:lpstr>One-Way Hash Commands (Contd.)</vt:lpstr>
      <vt:lpstr>Applications of One-Way Hash Functions</vt:lpstr>
      <vt:lpstr>Integrity Verification</vt:lpstr>
      <vt:lpstr>Password Verification </vt:lpstr>
      <vt:lpstr>Case Study: Linux Shadow File</vt:lpstr>
      <vt:lpstr>Purpose of Salt</vt:lpstr>
      <vt:lpstr>Attacks Prevented by Salt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Hash Functions</dc:title>
  <cp:lastModifiedBy>user</cp:lastModifiedBy>
  <cp:revision>6</cp:revision>
  <dcterms:modified xsi:type="dcterms:W3CDTF">2025-10-26T21:34:48Z</dcterms:modified>
</cp:coreProperties>
</file>